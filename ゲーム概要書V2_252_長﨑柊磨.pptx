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0"/>
  </p:notesMasterIdLst>
  <p:handoutMasterIdLst>
    <p:handoutMasterId r:id="rId11"/>
  </p:handoutMasterIdLst>
  <p:sldIdLst>
    <p:sldId id="440" r:id="rId5"/>
    <p:sldId id="441" r:id="rId6"/>
    <p:sldId id="443" r:id="rId7"/>
    <p:sldId id="444" r:id="rId8"/>
    <p:sldId id="445" r:id="rId9"/>
  </p:sldIdLst>
  <p:sldSz cx="13004800" cy="975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BE5D6"/>
    <a:srgbClr val="50D042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D63537-046A-4D4E-8202-BF8A83BE11AF}" v="4" dt="2026-04-15T01:03:43.261"/>
    <p1510:client id="{4BB0599A-B337-F978-EAEE-1E5B21FA6743}" v="35" dt="2026-04-13T23:54:54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72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C78B4-D4EA-4E83-A43A-6FA5A0F7D0B3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4F567-5817-4092-8EEB-419011F58E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35217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B1B21-716A-4773-A420-9B5CE6E28AE2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94227-4E8D-4547-92A9-04B1088AF5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84980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145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8570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6566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412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3087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596249"/>
            <a:ext cx="11054080" cy="3395698"/>
          </a:xfrm>
        </p:spPr>
        <p:txBody>
          <a:bodyPr anchor="b"/>
          <a:lstStyle>
            <a:lvl1pPr algn="ctr">
              <a:defRPr sz="8533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98"/>
            <a:ext cx="9753600" cy="235486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26DE7-6362-45FB-80B6-F8887A987F74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78720" y="9234311"/>
            <a:ext cx="2926080" cy="519289"/>
          </a:xfrm>
        </p:spPr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312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4F063-2530-4F1C-AB5B-9D9DE17668FE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78720" y="9223052"/>
            <a:ext cx="2926080" cy="519289"/>
          </a:xfrm>
        </p:spPr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394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307" y="2431629"/>
            <a:ext cx="11216640" cy="4057226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307" y="6527239"/>
            <a:ext cx="11216640" cy="2133599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/>
                </a:solidFill>
              </a:defRPr>
            </a:lvl1pPr>
            <a:lvl2pPr marL="6502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4A9C-0BE6-426B-BA97-ED8EA34CDCEB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8100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4080" y="2596444"/>
            <a:ext cx="5527040" cy="618857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3680" y="2596444"/>
            <a:ext cx="5527040" cy="618857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701CC-F81F-4FAE-8D03-865955CA638F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276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519291"/>
            <a:ext cx="11216640" cy="188524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775" y="2390987"/>
            <a:ext cx="5501639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775" y="3562773"/>
            <a:ext cx="5501639" cy="52403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681" y="2390987"/>
            <a:ext cx="5528734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681" y="3562773"/>
            <a:ext cx="5528734" cy="52403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D44DF-24CA-43E2-9093-3396243AA9AB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745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D3613-0D91-4125-A766-A2F45B449B2D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7032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CBB27-9AAA-41C2-B253-2D106947EC5E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5633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734" y="1404340"/>
            <a:ext cx="6583680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D48FA-3FA4-474C-AE70-9A9080B18688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7973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28734" y="1404340"/>
            <a:ext cx="6583680" cy="6931378"/>
          </a:xfrm>
        </p:spPr>
        <p:txBody>
          <a:bodyPr anchor="t"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450C2-176F-4CDC-A949-402CABB185D5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6748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9B59-3BF3-4B80-B26E-7562A8BFA88C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394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6561" y="519289"/>
            <a:ext cx="2804160" cy="82657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4081" y="519289"/>
            <a:ext cx="8249920" cy="82657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E815-7981-4C74-AEC5-ED53767866CB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247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4080" y="519291"/>
            <a:ext cx="1121664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080" y="2596444"/>
            <a:ext cx="11216640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408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29F21-9341-413A-8868-D34EC7AB7037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7840" y="9040144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464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939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kumimoji="1"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15" indent="-325115" algn="l" defTabSz="1300460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kumimoji="1"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ゲーム概要</a:t>
            </a:r>
            <a:r>
              <a:rPr lang="en-US" altLang="ja-JP" sz="3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V2</a:t>
            </a:r>
            <a:endParaRPr lang="ja-JP" altLang="en-US" sz="36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7749FE-12CE-A65E-71C4-957FC987A2C2}"/>
              </a:ext>
            </a:extLst>
          </p:cNvPr>
          <p:cNvSpPr txBox="1"/>
          <p:nvPr/>
        </p:nvSpPr>
        <p:spPr>
          <a:xfrm>
            <a:off x="165694" y="1194825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C700FEB-3A8B-5BEF-954E-0EC63BF60CAE}"/>
              </a:ext>
            </a:extLst>
          </p:cNvPr>
          <p:cNvSpPr txBox="1"/>
          <p:nvPr/>
        </p:nvSpPr>
        <p:spPr>
          <a:xfrm>
            <a:off x="2630987" y="1435077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ASO Party </a:t>
            </a:r>
            <a:r>
              <a:rPr lang="en-US" altLang="ja-JP" sz="2800" dirty="0" err="1"/>
              <a:t>ver</a:t>
            </a:r>
            <a:r>
              <a:rPr lang="en-US" altLang="ja-JP" sz="2800" dirty="0"/>
              <a:t> J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27D54C-19AA-B8F5-2A89-D0A061324D7C}"/>
              </a:ext>
            </a:extLst>
          </p:cNvPr>
          <p:cNvSpPr txBox="1"/>
          <p:nvPr/>
        </p:nvSpPr>
        <p:spPr>
          <a:xfrm>
            <a:off x="165694" y="2213928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主人公に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ついて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6DC3D0D-B07D-47FA-5861-B20B6E5F179D}"/>
              </a:ext>
            </a:extLst>
          </p:cNvPr>
          <p:cNvSpPr txBox="1"/>
          <p:nvPr/>
        </p:nvSpPr>
        <p:spPr>
          <a:xfrm>
            <a:off x="2630987" y="2481460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科学者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E1B4D02-4CCF-9C29-88C8-E09C46F1247F}"/>
              </a:ext>
            </a:extLst>
          </p:cNvPr>
          <p:cNvSpPr txBox="1"/>
          <p:nvPr/>
        </p:nvSpPr>
        <p:spPr>
          <a:xfrm>
            <a:off x="165694" y="3189231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場所・世界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について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74EBBCE-D030-31A0-25E8-629024707ED4}"/>
              </a:ext>
            </a:extLst>
          </p:cNvPr>
          <p:cNvSpPr txBox="1"/>
          <p:nvPr/>
        </p:nvSpPr>
        <p:spPr>
          <a:xfrm>
            <a:off x="2630987" y="3380348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科学ラボ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6D0640-A37B-E247-F879-B199C8BBB738}"/>
              </a:ext>
            </a:extLst>
          </p:cNvPr>
          <p:cNvSpPr txBox="1"/>
          <p:nvPr/>
        </p:nvSpPr>
        <p:spPr>
          <a:xfrm>
            <a:off x="165694" y="4209798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メイン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アクション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16DBE3-61EB-2341-C5D4-51E1B508BEA0}"/>
              </a:ext>
            </a:extLst>
          </p:cNvPr>
          <p:cNvSpPr txBox="1"/>
          <p:nvPr/>
        </p:nvSpPr>
        <p:spPr>
          <a:xfrm>
            <a:off x="2630987" y="4425241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鬼ごっこ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3C062E1-1FBC-CF9E-D7D0-299D9075DF65}"/>
              </a:ext>
            </a:extLst>
          </p:cNvPr>
          <p:cNvSpPr txBox="1"/>
          <p:nvPr/>
        </p:nvSpPr>
        <p:spPr>
          <a:xfrm>
            <a:off x="165694" y="5239831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目的に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ついて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4B1D26D-EE88-5A61-C1FA-0BB790D7C150}"/>
              </a:ext>
            </a:extLst>
          </p:cNvPr>
          <p:cNvSpPr txBox="1"/>
          <p:nvPr/>
        </p:nvSpPr>
        <p:spPr>
          <a:xfrm>
            <a:off x="2630987" y="5391860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科学者：時間まで逃げ切る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0D1937F-47C9-9E98-E038-F3A696BE53ED}"/>
              </a:ext>
            </a:extLst>
          </p:cNvPr>
          <p:cNvSpPr txBox="1"/>
          <p:nvPr/>
        </p:nvSpPr>
        <p:spPr>
          <a:xfrm>
            <a:off x="190845" y="6302565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課題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について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A360183-8BEA-9018-42C8-A4AE0523D94A}"/>
              </a:ext>
            </a:extLst>
          </p:cNvPr>
          <p:cNvSpPr txBox="1"/>
          <p:nvPr/>
        </p:nvSpPr>
        <p:spPr>
          <a:xfrm>
            <a:off x="2681290" y="6449130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通ったら光る床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6274AE5-110A-93BF-023A-D37A931E03A8}"/>
              </a:ext>
            </a:extLst>
          </p:cNvPr>
          <p:cNvSpPr txBox="1"/>
          <p:nvPr/>
        </p:nvSpPr>
        <p:spPr>
          <a:xfrm>
            <a:off x="190845" y="7399057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ジャンルについて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9389119-84FB-C9B1-5A8D-3C1EF720178C}"/>
              </a:ext>
            </a:extLst>
          </p:cNvPr>
          <p:cNvSpPr txBox="1"/>
          <p:nvPr/>
        </p:nvSpPr>
        <p:spPr>
          <a:xfrm>
            <a:off x="2630987" y="7645441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パーティーゲーム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7F6E648-BCBC-F4E7-CD6E-304F25AC3FA9}"/>
              </a:ext>
            </a:extLst>
          </p:cNvPr>
          <p:cNvSpPr txBox="1"/>
          <p:nvPr/>
        </p:nvSpPr>
        <p:spPr>
          <a:xfrm>
            <a:off x="215996" y="8461791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上記からの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ゲーム概要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1B2D134-9A4C-605D-5101-0C5A8006F89C}"/>
              </a:ext>
            </a:extLst>
          </p:cNvPr>
          <p:cNvSpPr txBox="1"/>
          <p:nvPr/>
        </p:nvSpPr>
        <p:spPr>
          <a:xfrm>
            <a:off x="2681290" y="8461792"/>
            <a:ext cx="101829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科学者が、鬼ごっこをくりかえして、勝敗を決める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パーティーゲーム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052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ゲーム画面 イメージ</a:t>
            </a: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D8CD27-4148-4714-FFA9-31EF424B6B07}"/>
              </a:ext>
            </a:extLst>
          </p:cNvPr>
          <p:cNvSpPr/>
          <p:nvPr/>
        </p:nvSpPr>
        <p:spPr bwMode="auto">
          <a:xfrm>
            <a:off x="1177664" y="2464610"/>
            <a:ext cx="10649472" cy="5751095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CD3247E-F948-979A-1F50-0C213D84EE3B}"/>
              </a:ext>
            </a:extLst>
          </p:cNvPr>
          <p:cNvSpPr txBox="1"/>
          <p:nvPr/>
        </p:nvSpPr>
        <p:spPr>
          <a:xfrm>
            <a:off x="215996" y="1231880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ゲーム概要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340A38F-7A0A-C3CF-D8B5-3D4165FAD496}"/>
              </a:ext>
            </a:extLst>
          </p:cNvPr>
          <p:cNvSpPr txBox="1"/>
          <p:nvPr/>
        </p:nvSpPr>
        <p:spPr>
          <a:xfrm>
            <a:off x="215996" y="8580769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kumimoji="1" lang="ja-JP" sz="2800">
                <a:solidFill>
                  <a:schemeClr val="bg1"/>
                </a:solidFill>
                <a:latin typeface="Meiryo"/>
                <a:ea typeface="Meiryo"/>
              </a:rPr>
              <a:t>駆け引き</a:t>
            </a:r>
            <a:endParaRPr lang="en-US" sz="2800">
              <a:solidFill>
                <a:srgbClr val="000000"/>
              </a:solidFill>
              <a:latin typeface="Meiryo"/>
              <a:ea typeface="Meiryo"/>
            </a:endParaRPr>
          </a:p>
          <a:p>
            <a:pPr algn="ctr"/>
            <a:r>
              <a:rPr kumimoji="1" lang="ja-JP" sz="2800">
                <a:solidFill>
                  <a:schemeClr val="bg1"/>
                </a:solidFill>
                <a:latin typeface="Meiryo"/>
                <a:ea typeface="Meiryo"/>
              </a:rPr>
              <a:t>要素！</a:t>
            </a:r>
            <a:endParaRPr kumimoji="1" lang="en-US" sz="2800">
              <a:solidFill>
                <a:schemeClr val="bg1"/>
              </a:solidFill>
              <a:latin typeface="Meiryo"/>
              <a:ea typeface="Meiryo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2902B89-EC04-85F1-1AD1-8E592C4C8E0D}"/>
              </a:ext>
            </a:extLst>
          </p:cNvPr>
          <p:cNvSpPr txBox="1"/>
          <p:nvPr/>
        </p:nvSpPr>
        <p:spPr>
          <a:xfrm>
            <a:off x="2681290" y="8580770"/>
            <a:ext cx="6284910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居場所を悟られないように動く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1A8A455-9924-468F-9CDA-434A85311BFA}"/>
              </a:ext>
            </a:extLst>
          </p:cNvPr>
          <p:cNvSpPr txBox="1"/>
          <p:nvPr/>
        </p:nvSpPr>
        <p:spPr>
          <a:xfrm>
            <a:off x="2630988" y="1280716"/>
            <a:ext cx="6068512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科学者が、鬼ごっこをして、勝敗を決めるパーティーゲーム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E54465-348A-4161-BF1A-3D437C654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663" y="2439172"/>
            <a:ext cx="10649472" cy="572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03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個人目標設定（長﨑柊磨）</a:t>
            </a: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D8CD27-4148-4714-FFA9-31EF424B6B07}"/>
              </a:ext>
            </a:extLst>
          </p:cNvPr>
          <p:cNvSpPr/>
          <p:nvPr/>
        </p:nvSpPr>
        <p:spPr bwMode="auto">
          <a:xfrm>
            <a:off x="165695" y="1193631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＜こだわりたいポイント＞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・科学者の通ったところが光る床がある</a:t>
            </a:r>
            <a:b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</a:b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・通信プレイ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・その他のミニゲーム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1CF18E6-C5B9-42CD-91DB-E0E6B15B3355}"/>
              </a:ext>
            </a:extLst>
          </p:cNvPr>
          <p:cNvSpPr/>
          <p:nvPr/>
        </p:nvSpPr>
        <p:spPr bwMode="auto">
          <a:xfrm>
            <a:off x="165695" y="5371174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＜挑戦する技術＞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</a:t>
            </a:r>
            <a: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IP</a:t>
            </a: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アドレスを使った通信プレイ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b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</a:b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・リファクタリング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・スマートポインタを使ったメモリ管理</a:t>
            </a:r>
          </a:p>
        </p:txBody>
      </p:sp>
    </p:spTree>
    <p:extLst>
      <p:ext uri="{BB962C8B-B14F-4D97-AF65-F5344CB8AC3E}">
        <p14:creationId xmlns:p14="http://schemas.microsoft.com/office/powerpoint/2010/main" val="1535465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個人目標設定（山崎佑斗）</a:t>
            </a: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D8CD27-4148-4714-FFA9-31EF424B6B07}"/>
              </a:ext>
            </a:extLst>
          </p:cNvPr>
          <p:cNvSpPr/>
          <p:nvPr/>
        </p:nvSpPr>
        <p:spPr bwMode="auto">
          <a:xfrm>
            <a:off x="165695" y="1193631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＜こだわりたいポイント＞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・科学者の通ったところが光る床がある</a:t>
            </a:r>
            <a:b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</a:b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・通信プレイ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・その他のミニゲーム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1CF18E6-C5B9-42CD-91DB-E0E6B15B3355}"/>
              </a:ext>
            </a:extLst>
          </p:cNvPr>
          <p:cNvSpPr/>
          <p:nvPr/>
        </p:nvSpPr>
        <p:spPr bwMode="auto">
          <a:xfrm>
            <a:off x="165695" y="5371174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＜挑戦する技術＞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</a:t>
            </a:r>
            <a: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IP</a:t>
            </a: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アドレスを使った通信プレイ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b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</a:b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・リファクタリング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・スマートポインタを使ったメモリ管理</a:t>
            </a:r>
          </a:p>
        </p:txBody>
      </p:sp>
    </p:spTree>
    <p:extLst>
      <p:ext uri="{BB962C8B-B14F-4D97-AF65-F5344CB8AC3E}">
        <p14:creationId xmlns:p14="http://schemas.microsoft.com/office/powerpoint/2010/main" val="2319788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個人目標設定（柳伊吹）</a:t>
            </a: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D8CD27-4148-4714-FFA9-31EF424B6B07}"/>
              </a:ext>
            </a:extLst>
          </p:cNvPr>
          <p:cNvSpPr/>
          <p:nvPr/>
        </p:nvSpPr>
        <p:spPr bwMode="auto">
          <a:xfrm>
            <a:off x="165695" y="1193631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＜こだわりたいポイント＞</a:t>
            </a:r>
            <a:b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</a:b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・通信プレイ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1CF18E6-C5B9-42CD-91DB-E0E6B15B3355}"/>
              </a:ext>
            </a:extLst>
          </p:cNvPr>
          <p:cNvSpPr/>
          <p:nvPr/>
        </p:nvSpPr>
        <p:spPr bwMode="auto">
          <a:xfrm>
            <a:off x="165695" y="5371174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＜挑戦する技術＞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</a:t>
            </a:r>
            <a: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IP</a:t>
            </a: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アドレスを使った通信プレイ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0444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2">
            <a:lumMod val="20000"/>
            <a:lumOff val="80000"/>
          </a:schemeClr>
        </a:solidFill>
        <a:ln>
          <a:solidFill>
            <a:schemeClr val="accent2">
              <a:lumMod val="50000"/>
            </a:schemeClr>
          </a:solidFill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sz="2400" dirty="0">
            <a:solidFill>
              <a:srgbClr val="000000"/>
            </a:solidFill>
            <a:latin typeface="HGP創英角ｺﾞｼｯｸUB" panose="020B0900000000000000" pitchFamily="50" charset="-128"/>
            <a:ea typeface="HGP創英角ｺﾞｼｯｸUB" panose="020B0900000000000000" pitchFamily="50" charset="-128"/>
            <a:cs typeface="メイリオ" pitchFamily="50" charset="-128"/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9048785-d070-4c78-8f2f-ed2b48eb345c" xsi:nil="true"/>
    <lcf76f155ced4ddcb4097134ff3c332f xmlns="02709b60-37ec-424b-b681-c6612ac7fe3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2961D859B1A8B4697EC07BF3C3DAD3B" ma:contentTypeVersion="15" ma:contentTypeDescription="新しいドキュメントを作成します。" ma:contentTypeScope="" ma:versionID="ab0ad3b8596db009aba937b3e43a8a7f">
  <xsd:schema xmlns:xsd="http://www.w3.org/2001/XMLSchema" xmlns:xs="http://www.w3.org/2001/XMLSchema" xmlns:p="http://schemas.microsoft.com/office/2006/metadata/properties" xmlns:ns2="02709b60-37ec-424b-b681-c6612ac7fe32" xmlns:ns3="f9048785-d070-4c78-8f2f-ed2b48eb345c" targetNamespace="http://schemas.microsoft.com/office/2006/metadata/properties" ma:root="true" ma:fieldsID="bd157c9246152f7d64d090db49938ccd" ns2:_="" ns3:_="">
    <xsd:import namespace="02709b60-37ec-424b-b681-c6612ac7fe32"/>
    <xsd:import namespace="f9048785-d070-4c78-8f2f-ed2b48eb34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709b60-37ec-424b-b681-c6612ac7fe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7a3d4e50-da24-4b51-9333-67165e7dee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048785-d070-4c78-8f2f-ed2b48eb345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c76fc6dc-39d0-4a2e-a4a9-623828d4e622}" ma:internalName="TaxCatchAll" ma:showField="CatchAllData" ma:web="f9048785-d070-4c78-8f2f-ed2b48eb34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CE55E-098B-4E48-AF86-E65EA21E3ADA}">
  <ds:schemaRefs>
    <ds:schemaRef ds:uri="0c73c1f5-50cd-4477-a315-44bef7b8a847"/>
    <ds:schemaRef ds:uri="aaa52e1c-8772-4366-aa63-bf636c80ebd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f9048785-d070-4c78-8f2f-ed2b48eb345c"/>
    <ds:schemaRef ds:uri="02709b60-37ec-424b-b681-c6612ac7fe32"/>
  </ds:schemaRefs>
</ds:datastoreItem>
</file>

<file path=customXml/itemProps2.xml><?xml version="1.0" encoding="utf-8"?>
<ds:datastoreItem xmlns:ds="http://schemas.openxmlformats.org/officeDocument/2006/customXml" ds:itemID="{EA7AE9AB-80E8-4F7E-8271-65FC8752E4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709b60-37ec-424b-b681-c6612ac7fe32"/>
    <ds:schemaRef ds:uri="f9048785-d070-4c78-8f2f-ed2b48eb34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48941E-71E2-4531-BC0F-EE0D630B2A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292</TotalTime>
  <Words>215</Words>
  <Application>Microsoft Office PowerPoint</Application>
  <PresentationFormat>ユーザー設定</PresentationFormat>
  <Paragraphs>63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HGP創英角ｺﾞｼｯｸUB</vt:lpstr>
      <vt:lpstr>メイリオ</vt:lpstr>
      <vt:lpstr>メイリオ</vt:lpstr>
      <vt:lpstr>Arial</vt:lpstr>
      <vt:lpstr>Calibri</vt:lpstr>
      <vt:lpstr>Calibri Light</vt:lpstr>
      <vt:lpstr>Office テーマ</vt:lpstr>
      <vt:lpstr>ゲーム概要V2</vt:lpstr>
      <vt:lpstr>ゲーム画面 イメージ</vt:lpstr>
      <vt:lpstr>個人目標設定（長﨑柊磨）</vt:lpstr>
      <vt:lpstr>個人目標設定（山崎佑斗）</vt:lpstr>
      <vt:lpstr>個人目標設定（柳伊吹）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アイディアをゲームにしてみよう！</dc:title>
  <dc:creator>Microsoft アカウント</dc:creator>
  <cp:lastModifiedBy>長﨑 柊磨</cp:lastModifiedBy>
  <cp:revision>46</cp:revision>
  <dcterms:created xsi:type="dcterms:W3CDTF">2022-03-11T03:47:55Z</dcterms:created>
  <dcterms:modified xsi:type="dcterms:W3CDTF">2026-04-24T04:32:51Z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0x010100C2961D859B1A8B4697EC07BF3C3DAD3B</vt:lpwstr>
  </property>
  <property fmtid="{D5CDD505-2E9C-101B-9397-08002B2CF9AE}" pid="3" name="MediaServiceImageTags">
    <vt:lpwstr/>
  </property>
</Properties>
</file>