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handoutMasterIdLst>
    <p:handoutMasterId r:id="rId11"/>
  </p:handoutMasterIdLst>
  <p:sldIdLst>
    <p:sldId id="440" r:id="rId5"/>
    <p:sldId id="441" r:id="rId6"/>
    <p:sldId id="443" r:id="rId7"/>
    <p:sldId id="444" r:id="rId8"/>
    <p:sldId id="445" r:id="rId9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63537-046A-4D4E-8202-BF8A83BE11AF}" v="4" dt="2026-04-15T01:03:43.261"/>
    <p1510:client id="{4BB0599A-B337-F978-EAEE-1E5B21FA6743}" v="35" dt="2026-04-13T23:54:54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656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412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08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r>
              <a:rPr lang="en-US" altLang="ja-JP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V2</a:t>
            </a:r>
            <a:endParaRPr lang="ja-JP" altLang="en-US" sz="36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5694" y="119482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00FEB-3A8B-5BEF-954E-0EC63BF60CAE}"/>
              </a:ext>
            </a:extLst>
          </p:cNvPr>
          <p:cNvSpPr txBox="1"/>
          <p:nvPr/>
        </p:nvSpPr>
        <p:spPr>
          <a:xfrm>
            <a:off x="2630987" y="1435077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ASO Party </a:t>
            </a:r>
            <a:r>
              <a:rPr lang="en-US" altLang="ja-JP" sz="2800" dirty="0" err="1"/>
              <a:t>ver</a:t>
            </a:r>
            <a:r>
              <a:rPr lang="en-US" altLang="ja-JP" sz="2800" dirty="0"/>
              <a:t> J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5694" y="221392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C3D0D-B07D-47FA-5861-B20B6E5F179D}"/>
              </a:ext>
            </a:extLst>
          </p:cNvPr>
          <p:cNvSpPr txBox="1"/>
          <p:nvPr/>
        </p:nvSpPr>
        <p:spPr>
          <a:xfrm>
            <a:off x="2630987" y="24814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5694" y="31892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4EBBCE-D030-31A0-25E8-629024707ED4}"/>
              </a:ext>
            </a:extLst>
          </p:cNvPr>
          <p:cNvSpPr txBox="1"/>
          <p:nvPr/>
        </p:nvSpPr>
        <p:spPr>
          <a:xfrm>
            <a:off x="2630987" y="3380348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科学ラボ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5694" y="420979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6DBE3-61EB-2341-C5D4-51E1B508BEA0}"/>
              </a:ext>
            </a:extLst>
          </p:cNvPr>
          <p:cNvSpPr txBox="1"/>
          <p:nvPr/>
        </p:nvSpPr>
        <p:spPr>
          <a:xfrm>
            <a:off x="2630987" y="44252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鬼ごっこ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5694" y="52398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1D26D-EE88-5A61-C1FA-0BB790D7C150}"/>
              </a:ext>
            </a:extLst>
          </p:cNvPr>
          <p:cNvSpPr txBox="1"/>
          <p:nvPr/>
        </p:nvSpPr>
        <p:spPr>
          <a:xfrm>
            <a:off x="2630987" y="53918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科学者：時間まで逃げ切る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90845" y="63025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360183-8BEA-9018-42C8-A4AE0523D94A}"/>
              </a:ext>
            </a:extLst>
          </p:cNvPr>
          <p:cNvSpPr txBox="1"/>
          <p:nvPr/>
        </p:nvSpPr>
        <p:spPr>
          <a:xfrm>
            <a:off x="2681290" y="644913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通ったら光る床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90845" y="739905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389119-84FB-C9B1-5A8D-3C1EF720178C}"/>
              </a:ext>
            </a:extLst>
          </p:cNvPr>
          <p:cNvSpPr txBox="1"/>
          <p:nvPr/>
        </p:nvSpPr>
        <p:spPr>
          <a:xfrm>
            <a:off x="2630987" y="76454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パーティーゲーム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215996" y="846179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B2D134-9A4C-605D-5101-0C5A8006F89C}"/>
              </a:ext>
            </a:extLst>
          </p:cNvPr>
          <p:cNvSpPr txBox="1"/>
          <p:nvPr/>
        </p:nvSpPr>
        <p:spPr>
          <a:xfrm>
            <a:off x="2681290" y="8461792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科学者が、鬼ごっこをくりかえして、勝敗を決める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パーティーゲーム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2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77664" y="2464610"/>
            <a:ext cx="10649472" cy="575109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3247E-F948-979A-1F50-0C213D84EE3B}"/>
              </a:ext>
            </a:extLst>
          </p:cNvPr>
          <p:cNvSpPr txBox="1"/>
          <p:nvPr/>
        </p:nvSpPr>
        <p:spPr>
          <a:xfrm>
            <a:off x="215996" y="1231880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0A38F-7A0A-C3CF-D8B5-3D4165FAD496}"/>
              </a:ext>
            </a:extLst>
          </p:cNvPr>
          <p:cNvSpPr txBox="1"/>
          <p:nvPr/>
        </p:nvSpPr>
        <p:spPr>
          <a:xfrm>
            <a:off x="215996" y="858076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902B89-EC04-85F1-1AD1-8E592C4C8E0D}"/>
              </a:ext>
            </a:extLst>
          </p:cNvPr>
          <p:cNvSpPr txBox="1"/>
          <p:nvPr/>
        </p:nvSpPr>
        <p:spPr>
          <a:xfrm>
            <a:off x="2681290" y="8580770"/>
            <a:ext cx="628491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居場所を悟られないように動く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A8A455-9924-468F-9CDA-434A85311BFA}"/>
              </a:ext>
            </a:extLst>
          </p:cNvPr>
          <p:cNvSpPr txBox="1"/>
          <p:nvPr/>
        </p:nvSpPr>
        <p:spPr>
          <a:xfrm>
            <a:off x="2630988" y="1280716"/>
            <a:ext cx="606851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科学者が、鬼ごっこをして、勝敗を決めるパーティーゲーム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E54465-348A-4161-BF1A-3D437C654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663" y="2439172"/>
            <a:ext cx="10649472" cy="572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個人目標設定（長﨑柊磨）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・科学者の通ったところが光る床がある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・その他のミニゲーム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・リファクタリング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・スマートポインタを使ったメモリ管理</a:t>
            </a:r>
          </a:p>
        </p:txBody>
      </p:sp>
    </p:spTree>
    <p:extLst>
      <p:ext uri="{BB962C8B-B14F-4D97-AF65-F5344CB8AC3E}">
        <p14:creationId xmlns:p14="http://schemas.microsoft.com/office/powerpoint/2010/main" val="153546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個人目標設定（柳伊吹）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・科学者の通ったところが光る床がある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・その他のミニゲーム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・リファクタリング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・スマートポインタを使ったメモリ管理</a:t>
            </a:r>
          </a:p>
        </p:txBody>
      </p:sp>
    </p:spTree>
    <p:extLst>
      <p:ext uri="{BB962C8B-B14F-4D97-AF65-F5344CB8AC3E}">
        <p14:creationId xmlns:p14="http://schemas.microsoft.com/office/powerpoint/2010/main" val="231978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個人目標設定（山崎佑斗）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・科学者の通ったところが光る床がある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・その他のミニゲーム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371174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IP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アドレスを使った通信プレイ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・リファクタリング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・スマートポインタを使ったメモリ管理</a:t>
            </a:r>
          </a:p>
        </p:txBody>
      </p:sp>
    </p:spTree>
    <p:extLst>
      <p:ext uri="{BB962C8B-B14F-4D97-AF65-F5344CB8AC3E}">
        <p14:creationId xmlns:p14="http://schemas.microsoft.com/office/powerpoint/2010/main" val="380044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ab0ad3b8596db009aba937b3e43a8a7f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bd157c9246152f7d64d090db49938ccd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048785-d070-4c78-8f2f-ed2b48eb345c" xsi:nil="true"/>
    <lcf76f155ced4ddcb4097134ff3c332f xmlns="02709b60-37ec-424b-b681-c6612ac7fe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7AE9AB-80E8-4F7E-8271-65FC8752E4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9CE55E-098B-4E48-AF86-E65EA21E3ADA}">
  <ds:schemaRefs>
    <ds:schemaRef ds:uri="0c73c1f5-50cd-4477-a315-44bef7b8a847"/>
    <ds:schemaRef ds:uri="aaa52e1c-8772-4366-aa63-bf636c80eb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9048785-d070-4c78-8f2f-ed2b48eb345c"/>
    <ds:schemaRef ds:uri="02709b60-37ec-424b-b681-c6612ac7fe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</TotalTime>
  <Words>239</Words>
  <Application>Microsoft Office PowerPoint</Application>
  <PresentationFormat>ユーザー設定</PresentationFormat>
  <Paragraphs>69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Office テーマ</vt:lpstr>
      <vt:lpstr>ゲーム概要V2</vt:lpstr>
      <vt:lpstr>ゲーム画面 イメージ</vt:lpstr>
      <vt:lpstr>個人目標設定（長﨑柊磨）</vt:lpstr>
      <vt:lpstr>個人目標設定（柳伊吹）</vt:lpstr>
      <vt:lpstr>個人目標設定（山崎佑斗）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長﨑 柊磨</cp:lastModifiedBy>
  <cp:revision>44</cp:revision>
  <dcterms:created xsi:type="dcterms:W3CDTF">2022-03-11T03:47:55Z</dcterms:created>
  <dcterms:modified xsi:type="dcterms:W3CDTF">2026-04-24T00:59:16Z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